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 Slab"/>
      <p:regular r:id="rId9"/>
      <p:bold r:id="rId10"/>
    </p:embeddedFon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font" Target="fonts/RobotoSlab-bold.fntdata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Slab-regular.fntdata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b77e71759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b77e71759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5fe439eecf14619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5fe439eecf14619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slide" Target="/ppt/slides/slide1.xml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2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slide" Target="/ppt/slides/slide1.xml"/><Relationship Id="rId5" Type="http://schemas.openxmlformats.org/officeDocument/2006/relationships/slide" Target="/ppt/slides/slide3.xml"/><Relationship Id="rId6" Type="http://schemas.openxmlformats.org/officeDocument/2006/relationships/slide" Target="/ppt/slides/slide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slide" Target="/ppt/slides/slide1.xml"/><Relationship Id="rId5" Type="http://schemas.openxmlformats.org/officeDocument/2006/relationships/slide" Target="/ppt/slides/slide3.xml"/><Relationship Id="rId6" Type="http://schemas.openxmlformats.org/officeDocument/2006/relationships/slide" Target="/ppt/slides/slide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m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38927" y="1771938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-63725" y="-47800"/>
            <a:ext cx="2039100" cy="5352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" name="Google Shape;12;p2" title="download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50" y="162588"/>
            <a:ext cx="1609362" cy="160936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/>
        </p:nvSpPr>
        <p:spPr>
          <a:xfrm>
            <a:off x="195025" y="2118700"/>
            <a:ext cx="1521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uFill>
                  <a:noFill/>
                </a:uFill>
                <a:latin typeface="Roboto Slab"/>
                <a:ea typeface="Roboto Slab"/>
                <a:cs typeface="Roboto Slab"/>
                <a:sym typeface="Roboto Slab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</a:t>
            </a:r>
            <a:endParaRPr sz="18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95025" y="2118700"/>
            <a:ext cx="826800" cy="411900"/>
          </a:xfrm>
          <a:prstGeom prst="rect">
            <a:avLst/>
          </a:prstGeom>
          <a:noFill/>
          <a:ln cap="flat" cmpd="sng" w="1143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195025" y="2530625"/>
            <a:ext cx="1521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uFill>
                  <a:noFill/>
                </a:uFill>
                <a:latin typeface="Roboto Slab"/>
                <a:ea typeface="Roboto Slab"/>
                <a:cs typeface="Roboto Slab"/>
                <a:sym typeface="Roboto Slab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latin typeface="Roboto Slab"/>
                <a:ea typeface="Roboto Slab"/>
                <a:cs typeface="Roboto Slab"/>
                <a:sym typeface="Roboto Slab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different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latin typeface="Roboto Slab"/>
                <a:ea typeface="Roboto Slab"/>
                <a:cs typeface="Roboto Slab"/>
                <a:sym typeface="Roboto Slab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?</a:t>
            </a:r>
            <a:endParaRPr sz="18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195025" y="3298475"/>
            <a:ext cx="1521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uFill>
                  <a:noFill/>
                </a:uFill>
                <a:latin typeface="Roboto Slab"/>
                <a:ea typeface="Roboto Slab"/>
                <a:cs typeface="Roboto Slab"/>
                <a:sym typeface="Roboto Slab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Whats Next?</a:t>
            </a:r>
            <a:endParaRPr sz="18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2538927" y="1771938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9" name="Google Shape;19;p3"/>
          <p:cNvSpPr/>
          <p:nvPr/>
        </p:nvSpPr>
        <p:spPr>
          <a:xfrm>
            <a:off x="-63725" y="-47800"/>
            <a:ext cx="2039100" cy="5352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" name="Google Shape;20;p3" title="download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50" y="162588"/>
            <a:ext cx="1609362" cy="160936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/>
        </p:nvSpPr>
        <p:spPr>
          <a:xfrm>
            <a:off x="195025" y="2118700"/>
            <a:ext cx="1521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uFill>
                  <a:noFill/>
                </a:uFill>
                <a:latin typeface="Roboto Slab"/>
                <a:ea typeface="Roboto Slab"/>
                <a:cs typeface="Roboto Slab"/>
                <a:sym typeface="Roboto Slab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</a:t>
            </a:r>
            <a:endParaRPr sz="18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195025" y="2530625"/>
            <a:ext cx="1521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uFill>
                  <a:noFill/>
                </a:uFill>
                <a:latin typeface="Roboto Slab"/>
                <a:ea typeface="Roboto Slab"/>
                <a:cs typeface="Roboto Slab"/>
                <a:sym typeface="Roboto Slab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different ?</a:t>
            </a:r>
            <a:endParaRPr sz="18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195025" y="3298475"/>
            <a:ext cx="1521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uFill>
                  <a:noFill/>
                </a:uFill>
                <a:latin typeface="Roboto Slab"/>
                <a:ea typeface="Roboto Slab"/>
                <a:cs typeface="Roboto Slab"/>
                <a:sym typeface="Roboto Slab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Whats Next?</a:t>
            </a:r>
            <a:endParaRPr sz="18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51150" y="2502652"/>
            <a:ext cx="1375800" cy="795900"/>
          </a:xfrm>
          <a:prstGeom prst="rect">
            <a:avLst/>
          </a:prstGeom>
          <a:noFill/>
          <a:ln cap="flat" cmpd="sng" w="1143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2538927" y="1771938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7" name="Google Shape;27;p4"/>
          <p:cNvSpPr/>
          <p:nvPr/>
        </p:nvSpPr>
        <p:spPr>
          <a:xfrm>
            <a:off x="-63725" y="-47800"/>
            <a:ext cx="2039100" cy="5352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" name="Google Shape;28;p4" title="download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50" y="162588"/>
            <a:ext cx="1609362" cy="160936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/>
        </p:nvSpPr>
        <p:spPr>
          <a:xfrm>
            <a:off x="195025" y="2118700"/>
            <a:ext cx="1521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uFill>
                  <a:noFill/>
                </a:uFill>
                <a:latin typeface="Roboto Slab"/>
                <a:ea typeface="Roboto Slab"/>
                <a:cs typeface="Roboto Slab"/>
                <a:sym typeface="Roboto Slab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</a:t>
            </a:r>
            <a:endParaRPr sz="18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195025" y="2530625"/>
            <a:ext cx="1521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uFill>
                  <a:noFill/>
                </a:uFill>
                <a:latin typeface="Roboto Slab"/>
                <a:ea typeface="Roboto Slab"/>
                <a:cs typeface="Roboto Slab"/>
                <a:sym typeface="Roboto Slab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different ?</a:t>
            </a:r>
            <a:endParaRPr sz="18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195025" y="3298475"/>
            <a:ext cx="1521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uFill>
                  <a:noFill/>
                </a:uFill>
                <a:latin typeface="Roboto Slab"/>
                <a:ea typeface="Roboto Slab"/>
                <a:cs typeface="Roboto Slab"/>
                <a:sym typeface="Roboto Slab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Whats Next?</a:t>
            </a:r>
            <a:endParaRPr sz="18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95025" y="3298475"/>
            <a:ext cx="941700" cy="777300"/>
          </a:xfrm>
          <a:prstGeom prst="rect">
            <a:avLst/>
          </a:prstGeom>
          <a:noFill/>
          <a:ln cap="flat" cmpd="sng" w="1143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5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5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oogle Shape;38;p6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7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11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63" name="Google Shape;63;p1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4" name="Google Shape;64;p1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68" name="Google Shape;6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ctrTitle"/>
          </p:nvPr>
        </p:nvSpPr>
        <p:spPr>
          <a:xfrm>
            <a:off x="2538927" y="1771938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Welcome to </a:t>
            </a:r>
            <a:r>
              <a:rPr lang="en-GB"/>
              <a:t>Rohan's</a:t>
            </a:r>
            <a:r>
              <a:rPr lang="en-GB"/>
              <a:t>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ctrTitle"/>
          </p:nvPr>
        </p:nvSpPr>
        <p:spPr>
          <a:xfrm>
            <a:off x="2538927" y="1771938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WHAT'S</a:t>
            </a:r>
            <a:r>
              <a:rPr lang="en-GB"/>
              <a:t> NEXT?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ctrTitle"/>
          </p:nvPr>
        </p:nvSpPr>
        <p:spPr>
          <a:xfrm>
            <a:off x="2538927" y="1771938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</a:t>
            </a:r>
            <a:r>
              <a:rPr lang="en-GB"/>
              <a:t>different?</a:t>
            </a:r>
            <a:endParaRPr/>
          </a:p>
        </p:txBody>
      </p:sp>
      <p:pic>
        <p:nvPicPr>
          <p:cNvPr id="91" name="Google Shape;91;p17" title="Screenshot 2026-09-16 4.57.2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800" y="1412163"/>
            <a:ext cx="6276891" cy="3315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title="Screenshot 2026-09-16 4.57.2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800" y="1412178"/>
            <a:ext cx="6276901" cy="331548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8003800" y="1831600"/>
            <a:ext cx="368700" cy="200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5170450" y="2272550"/>
            <a:ext cx="926400" cy="876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2622150" y="1652700"/>
            <a:ext cx="6004200" cy="2722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